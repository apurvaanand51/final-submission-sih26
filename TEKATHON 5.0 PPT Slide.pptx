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Garamond"/>
      <p:regular r:id="rId13"/>
      <p:bold r:id="rId14"/>
      <p:italic r:id="rId15"/>
      <p:boldItalic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aramond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aramond-italic.fntdata"/><Relationship Id="rId14" Type="http://schemas.openxmlformats.org/officeDocument/2006/relationships/font" Target="fonts/Garamond-bold.fntdata"/><Relationship Id="rId17" Type="http://schemas.openxmlformats.org/officeDocument/2006/relationships/font" Target="fonts/Oswald-regular.fntdata"/><Relationship Id="rId16" Type="http://schemas.openxmlformats.org/officeDocument/2006/relationships/font" Target="fonts/Garamon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Oswa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3"/>
          <p:cNvSpPr txBox="1"/>
          <p:nvPr>
            <p:ph type="ctrTitle"/>
          </p:nvPr>
        </p:nvSpPr>
        <p:spPr>
          <a:xfrm>
            <a:off x="2773050" y="298625"/>
            <a:ext cx="6552000" cy="8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TEKATHON-5.0- </a:t>
            </a: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1079425" y="2076450"/>
            <a:ext cx="59247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Software/Hardware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(Registered on portal)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3"/>
          <p:cNvPicPr preferRelativeResize="0"/>
          <p:nvPr/>
        </p:nvPicPr>
        <p:blipFill rotWithShape="1">
          <a:blip r:embed="rId3">
            <a:alphaModFix/>
          </a:blip>
          <a:srcRect b="15488" l="9212" r="7717" t="14430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638300" y="1450950"/>
            <a:ext cx="80622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❖"/>
            </a:pPr>
            <a:r>
              <a:rPr b="1" lang="en-US" sz="32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Proposed Solution (Describe your Idea/Solution/Prototype)</a:t>
            </a:r>
            <a:endParaRPr sz="32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Detailed explanation of the proposed solution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How it addresses the problem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Innovation and uniqueness of the solution </a:t>
            </a:r>
            <a:endParaRPr/>
          </a:p>
        </p:txBody>
      </p:sp>
      <p:sp>
        <p:nvSpPr>
          <p:cNvPr id="102" name="Google Shape;102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3" name="Google Shape;103;p14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@TEKATHON-4.0-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4" name="Google Shape;104;p14"/>
          <p:cNvPicPr preferRelativeResize="0"/>
          <p:nvPr/>
        </p:nvPicPr>
        <p:blipFill rotWithShape="1">
          <a:blip r:embed="rId3">
            <a:alphaModFix/>
          </a:blip>
          <a:srcRect b="15488" l="9212" r="7717" t="14430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403350" y="2521066"/>
            <a:ext cx="93852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Technologies to be used (e.g. programming languages, frameworks, hardware)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Methodology and process for implementation (Flow Charts/Images/ working prototype)</a:t>
            </a:r>
            <a:endParaRPr/>
          </a:p>
        </p:txBody>
      </p:sp>
      <p:sp>
        <p:nvSpPr>
          <p:cNvPr id="114" name="Google Shape;114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5" name="Google Shape;115;p15"/>
          <p:cNvSpPr txBox="1"/>
          <p:nvPr>
            <p:ph idx="11" type="ftr"/>
          </p:nvPr>
        </p:nvSpPr>
        <p:spPr>
          <a:xfrm>
            <a:off x="4636000" y="6492891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@TEKATHON-3.0- Template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@TEKATHON-4.0-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8" name="Google Shape;118;p15"/>
          <p:cNvPicPr preferRelativeResize="0"/>
          <p:nvPr/>
        </p:nvPicPr>
        <p:blipFill rotWithShape="1">
          <a:blip r:embed="rId3">
            <a:alphaModFix/>
          </a:blip>
          <a:srcRect b="15488" l="9212" r="7717" t="14430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403350" y="2736503"/>
            <a:ext cx="93852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of the feasibility of the idea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challenges and risks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Strategies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overcoming these challenges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9" name="Google Shape;129;p16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@TEKATHON-3.0- Template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@TEKATHON-4.0-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2" name="Google Shape;132;p16"/>
          <p:cNvPicPr preferRelativeResize="0"/>
          <p:nvPr/>
        </p:nvPicPr>
        <p:blipFill rotWithShape="1">
          <a:blip r:embed="rId3">
            <a:alphaModFix/>
          </a:blip>
          <a:srcRect b="15488" l="9212" r="7717" t="14430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1403350" y="2736503"/>
            <a:ext cx="93852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impact on the target audience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Benefits of the solution (social, economic, environmental, etc.)</a:t>
            </a:r>
            <a:endParaRPr/>
          </a:p>
        </p:txBody>
      </p:sp>
      <p:sp>
        <p:nvSpPr>
          <p:cNvPr id="142" name="Google Shape;142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3" name="Google Shape;143;p17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@TEKATHON-3.0- Template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@TEKATHON-4.0-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46" name="Google Shape;146;p17"/>
          <p:cNvPicPr preferRelativeResize="0"/>
          <p:nvPr/>
        </p:nvPicPr>
        <p:blipFill rotWithShape="1">
          <a:blip r:embed="rId3">
            <a:alphaModFix/>
          </a:blip>
          <a:srcRect b="15488" l="9212" r="7717" t="14430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 txBox="1"/>
          <p:nvPr>
            <p:ph type="title"/>
          </p:nvPr>
        </p:nvSpPr>
        <p:spPr>
          <a:xfrm>
            <a:off x="763800" y="-27612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1403350" y="2905788"/>
            <a:ext cx="9385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/ Links of the reference and research work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7" name="Google Shape;157;p18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@TEKATHON-3.0- Template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@TEKATHON-4.0-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60" name="Google Shape;160;p18"/>
          <p:cNvPicPr preferRelativeResize="0"/>
          <p:nvPr/>
        </p:nvPicPr>
        <p:blipFill rotWithShape="1">
          <a:blip r:embed="rId3">
            <a:alphaModFix/>
          </a:blip>
          <a:srcRect b="15488" l="9212" r="7717" t="14430"/>
          <a:stretch/>
        </p:blipFill>
        <p:spPr>
          <a:xfrm>
            <a:off x="464750" y="298625"/>
            <a:ext cx="2040401" cy="8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title="craz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525" y="298623"/>
            <a:ext cx="1167750" cy="102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9" name="Google Shape;169;p19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@TEKATHON-3.0- Template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0" y="1791032"/>
            <a:ext cx="12192000" cy="43192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DAE5F1"/>
          </a:solidFill>
          <a:ln cap="flat" cmpd="sng" w="3810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Kindly keep the maximum slides limit up to six </a:t>
            </a:r>
            <a:r>
              <a:rPr b="1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(6).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Including the title slide) 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 to avoid paragraphs and post your idea in points /diagrams / Infographics /pictures 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your explanation precise and easy to understand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 should be unique and novel. 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only use provided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template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making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PPT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without changing the idea details pointers (mentioned in previous slides).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need to save the file in </a:t>
            </a:r>
            <a:r>
              <a:rPr b="1" lang="en-US" sz="1800">
                <a:solidFill>
                  <a:schemeClr val="dk1"/>
                </a:solidFill>
              </a:rPr>
              <a:t>PPT format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upload the same on portal. No </a:t>
            </a:r>
            <a:r>
              <a:rPr b="1" lang="en-US" sz="1800">
                <a:solidFill>
                  <a:schemeClr val="dk1"/>
                </a:solidFill>
              </a:rPr>
              <a:t>PDF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Word Doc or any other format will be supported.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885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Note - You can delete this slide (Important Pointers) when you upload the details of your idea on SIH portal.</a:t>
            </a:r>
            <a:endParaRPr b="1" sz="1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6230" lvl="1" marL="9144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2205259" y="143641"/>
            <a:ext cx="841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INSTRUCTIONS</a:t>
            </a:r>
            <a:endParaRPr b="1"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Please ensure below pointers are met while submitting the Idea PPT: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@TEKATHON-4.0- Template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